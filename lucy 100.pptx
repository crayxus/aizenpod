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685800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840"/>
        <p:guide pos="217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625760"/>
            <a:ext cx="5512050" cy="45700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6330223"/>
            <a:ext cx="5512050" cy="261785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649861"/>
            <a:ext cx="6170175" cy="846163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6842274"/>
            <a:ext cx="4369950" cy="136333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8205608"/>
            <a:ext cx="4369950" cy="15425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669063"/>
            <a:ext cx="2911950" cy="84424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669063"/>
            <a:ext cx="2911950" cy="84424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541050"/>
            <a:ext cx="3005100" cy="6784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527767"/>
            <a:ext cx="3005100" cy="6784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765072"/>
            <a:ext cx="2943606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765072"/>
            <a:ext cx="2940300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625760"/>
            <a:ext cx="587250" cy="89416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625760"/>
            <a:ext cx="5157675" cy="894168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376135"/>
            <a:ext cx="6172200" cy="97481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4416435"/>
            <a:ext cx="5512050" cy="181137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6330223"/>
            <a:ext cx="5512050" cy="8384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1081707"/>
            <a:ext cx="6170175" cy="12545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649861"/>
            <a:ext cx="6170175" cy="846163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11226705"/>
            <a:ext cx="222750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076" y="4154572"/>
            <a:ext cx="3361849" cy="157591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055" y="5730483"/>
            <a:ext cx="3731895" cy="226278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752" y="5389726"/>
            <a:ext cx="3734038" cy="12737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52" y="6790258"/>
            <a:ext cx="3596878" cy="12351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52" y="4167431"/>
            <a:ext cx="3652242" cy="1222296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5561052" y="4514974"/>
            <a:ext cx="590788" cy="590788"/>
          </a:xfrm>
          <a:prstGeom prst="ellipse">
            <a:avLst/>
          </a:prstGeom>
          <a:ln w="571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8" name="椭圆 7"/>
          <p:cNvSpPr/>
          <p:nvPr/>
        </p:nvSpPr>
        <p:spPr>
          <a:xfrm>
            <a:off x="5561052" y="5801206"/>
            <a:ext cx="590788" cy="590788"/>
          </a:xfrm>
          <a:prstGeom prst="ellipse">
            <a:avLst/>
          </a:prstGeom>
          <a:ln w="571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9" name="椭圆 8"/>
          <p:cNvSpPr/>
          <p:nvPr/>
        </p:nvSpPr>
        <p:spPr>
          <a:xfrm>
            <a:off x="5561052" y="7016001"/>
            <a:ext cx="590788" cy="590788"/>
          </a:xfrm>
          <a:prstGeom prst="ellipse">
            <a:avLst/>
          </a:prstGeom>
          <a:ln w="5715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沉默的见证</cp:lastModifiedBy>
  <cp:revision>156</cp:revision>
  <dcterms:created xsi:type="dcterms:W3CDTF">2019-06-19T02:08:00Z</dcterms:created>
  <dcterms:modified xsi:type="dcterms:W3CDTF">2025-02-02T23:14:01Z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B47391CA16784ACC8C502B400FE676E8_11</vt:lpwstr>
  </property>
</Properties>
</file>